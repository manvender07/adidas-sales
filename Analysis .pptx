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7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Slab" pitchFamily="2" charset="0"/>
      <p:regular r:id="rId19"/>
      <p:bold r:id="rId20"/>
    </p:embeddedFont>
    <p:embeddedFont>
      <p:font typeface="Roboto Slab Light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94" d="100"/>
          <a:sy n="94" d="100"/>
        </p:scale>
        <p:origin x="55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8:40.758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4396 577 24575,'-80'0'0,"0"0"0,10 0 0,1 0 0,4 0 0,7 0 0,6 0 0,7 2 0,7 0 0,6 1 0,1 0 0,2-2 0,-2-1 0,3 0 0,3 0 0,1 0 0,5 2 0,2-1 0,3 1 0,2-1 0,1-1 0,-1 0 0,-2 0 0,-1 0 0,-1 0 0,-3 0 0,-2 0 0,0 0 0,2 0 0,2 0 0,3 0 0,1 1 0,2 1 0,45 7 0,-13-7 0,38 7 0,-18-5 0,8 0 0,8 1 0,5-1 0,1-2 0,-4 0 0,-4 0 0,-6 1 0,-9 1 0,-8 1 0,-10-2 0,-5 0 0,-5-1 0,-2-1 0,1 0 0,-1-1 0,0 0 0,1 0 0,-2 0 0,1 0 0,-1 0 0,0 0 0,0 1 0,-2 6 0,-4 3 0,-5 2 0,-7 0 0,-4-4 0,-3 0 0,-2-2 0,0-2 0,0-3 0,1-1 0,-2 0 0,-2 0 0,-2 0 0,-4-1 0,-8-1 0,-7-2 0,-6 0 0,-1 0 0,7 1 0,8 1 0,9 2 0,7 0 0,6 0 0,4 0 0,0-3 0,5-7 0,0 2 0,8-5 0,1 8 0,5 0 0,1 1 0,3 2 0,3 0 0,2 2 0,5 0 0,2 0 0,5 0 0,4 0 0,1 2 0,1 1 0,-1 2 0,-3 0 0,-4 0 0,-7-1 0,-4 1 0,-5-2 0,-2-1 0,-3-1 0,2 0 0,-3 0 0,2 0 0,1 0 0,2 0 0,3-1 0,1 0 0,0 0 0,-2 0 0,-1 0 0,-4-1 0,-3-4 0,-3-4 0,-2-6 0,0-11 0,1-10 0,3-9 0,0-1 0,-2 7 0,-3 9 0,-1 9 0,0 6 0,0 3 0,-1 2 0,-2 1 0,-3 0 0,-2 1 0,-1 1 0,1 1 0,0 2 0,0 0 0,0 1 0,-2 0 0,2 1 0,-3 0 0,1 1 0,-1 1 0,2 0 0,0 0 0,0 0 0,-2 0 0,-1 0 0,-4 0 0,-2 0 0,-7 0 0,-10 0 0,-9 0 0,-8 0 0,-5 0 0,-4 0 0,-3 0 0,-2 0 0,1 0 0,4 0 0,6 0 0,11 0 0,15 0 0,13 0 0,15 0 0,34 4 0,-6 0 0,29 4 0,-12-2 0,7 0 0,4-3 0,-3-1 0,-6-2 0,-8 0 0,-8-1 0,-5-4 0,-5-4 0,-2-2 0,-1-2 0,-1 3 0,2 1 0,-1 0 0,1 2 0,0-1 0,1 0 0,2 1 0,2-1 0,2 0 0,-1-2 0,-3 1 0,-3-2 0,-3 2 0,-4-1 0,0 0 0,-2 0 0,-3-2 0,-2-4 0,-3-7 0,-1-5 0,0-4 0,0 3 0,-1 7 0,-3 9 0,-8 8 0,-8 3 0,-6 5 0,-4 4 0,-1 8 0,-9 12 0,-13 11 0,-17 11 0,27-22 0,-1 1 0,-4-2 0,-1-1 0,-1-1 0,1-1 0,-43 15 0,11-10 0,14-8 0,10-8 0,8-5 0,13-4 0,10-4 0,16-1 0,62 0 0,15 5 0,-7 0 0,5 1 0,-3 1 0,-1 1 0,2 0 0,-1 0 0,-4-2 0,-1 1 0,43 2 0,-25-3 0,-21-2 0,-16-2 0,-10 0 0,-8 0 0,-4 0 0,-4 0 0,-2 0 0,1 0 0,-1-2 0,0-2 0,0-3 0,1-1 0,1-2 0,2 1 0,0 0 0,-2 2 0,-2 0 0,-3 1 0,-1-2 0,-3-1 0,0-1 0,-4-3 0,-2 0 0,-6-1 0,-7 0 0,-7 0 0,-4 1 0,-2 2 0,0 3 0,0 2 0,1 3 0,1 0 0,-2 1 0,-3 0 0,0 1 0,-6 1 0,-9 0 0,-9 0 0,-7 0 0,1 0 0,6 0 0,7 0 0,9 0 0,8 0 0,9 0 0,8 0 0,6 1 0,30 14 0,-8-7 0,23 15 0,-14-9 0,3 6 0,3 4 0,0 1 0,-4-1 0,-4-6 0,-4-4 0,-3-4 0,-1-2 0,-3-3 0,1-1 0,-1-1 0,-31-14 0,2 4 0,-30-13 0,7 6 0,-5-1 0,-4 4 0,0 5 0,-2 2 0,-16 4 0,19 1 0,-4 0 0,-13 1 0,-3 2 0,-9 2 0,-2 2 0,0 2 0,2 1 0,9 1 0,3 0 0,10-1 0,2-1 0,-27 6 0,29-7 0,23-5 0,17-2 0,75-2 0,12 0 0,-4 0 0,6 0 0,-3 0 0,0 0 0,2 0 0,0 0 0,-1 0 0,-1 0 0,-8 0 0,-4 0 0,36 0 0,-29 0 0,-28-1 0,-15 0 0,-11-2 0,-6-2 0,-32-1 0,-19-2 0,-3 3 0,-7 0 0,-11-2 0,-5 1 0,-15-1 0,-5-1 0,23 4 0,-2 0 0,-3 1-328,-8 0 0,-3 0 0,-2 1 264,-9 1 0,-2 0 1,-2 0 63,20 2 0,-1-1 0,0 1 0,-1 1 0,0-1 0,-1 1 0,0 0 0,2 0 0,-21 0 0,2 1 0,4 0 0,10-1 0,3 1 0,2-1 0,10-1 0,2 0 0,2 0 0,-18-1 0,5 0 0,10 0 0,5 0 0,9 0 0,5 0 0,-21 0 0,26 0 983,20 0-791,10 0-192,11 3 0,24 7 0,6 1 0,38 6 0,-17-10 0,7-1 0,26 2 0,8-2 0,-14-2 0,4-1 0,3 0-328,7 0 0,2-1 0,1 0 232,1-1 0,0 0 0,-1 0 96,-8-1 0,-2 0 0,-1 0-32,-10 0 0,-1 0 1,-2-1 31,23-1 0,-5-1 0,-14-1 0,-3-1 0,-6 0 0,-3 0 0,38-5 0,-13 2 983,-8 3-701,-5-1-180,0 0-102,-2 1 0,2-1 0,-2 2 0,-4 2 0,-5 0 0,-6 2 0,-7 0 0,-8 0 0,-11 0 0,-10 0 0,-7 1 0,-5 0 0,-3 10 0,-15-1 0,-12 6 0,-20-6 0,-12-1 0,-21 0 0,26-4 0,-3 0 0,-17 2 0,-4 0 0,-14 3 0,-4 0 0,26-3 0,-2 0 0,0-1-161,-3 1 0,0 0 1,-1-1 160,0-1 0,0-1 0,-1 0 0,-1 0 0,0 0 0,0-1 0,1-1 0,1 1 0,-1-1 0,-4 1 0,0-1 0,0 0 0,2 0 0,0 0 0,2 0 0,4-1 0,2 0 0,1 0 0,-26 1 0,3-1 0,17-1 0,3 0 0,9 0 0,2 0 0,5 0 0,2 0 0,-37 0 0,15 0 482,13 0-482,13 0 0,8 0 0,8 0 0,4 0 0,5 0 0,9 0 0,10 0 0,29 2 0,7 2 0,36 5 0,19 4 0,-25-4 0,5-1 0,10 2 0,3-1 0,7 1 0,1-1 0,0-1 0,-1 0 0,-7-1 0,-1-1 0,-1-2 0,0-1 0,-1-1 0,-1 0 0,-4-2 0,-2 1 0,0-1 0,-1 0 0,-3 0 0,-1 0 0,-2 0 0,-1 0 0,1 0 0,0 0 0,-2 0 0,0 0 0,-3 0 0,-1 0 0,-3 0 0,0 0 0,45-1 0,-10-2 0,-12 1 0,-14 0 0,-11 1 0,-10-1 0,-7 0 0,-3 0 0,-2 1 0,-2 1 0,-1 0 0,-1 0 0,-1 0 0,4-1 0,1 0 0,2-1 0,0 1 0,-2 0 0,4 1 0,2 0 0,4 0 0,1 0 0,-5 0 0,-7 0 0,-7 0 0,-5 0 0,-2 0 0,0 0 0,1 0 0,0 0 0,1 0 0,-1 0 0,-1 0 0,-3 0 0,-2 0 0,-2-1 0,-5-17 0,-5-1 0,-6-21 0,-5-4 0,-6-9 0,-4-5 0,-2 2 0,0 6 0,3 11 0,4 11 0,4 9 0,1 5 0,3 3 0,0 2 0,0 1 0,-2 1 0,-1 3 0,-3-1 0,-2 1 0,-3-2 0,-4 0 0,-4 0 0,-3 0 0,-6 2 0,-9 1 0,-8 2 0,-8 1 0,-3 0 0,-2 0 0,-2 0 0,-3 0 0,-3 0 0,-2 0 0,-2 0 0,-3 0 0,-7 0 0,-5 0 0,-2 0 0,2 0 0,7 0 0,5 0 0,3 0 0,1 0 0,-3 0 0,-4 0 0,-2 0 0,0 0 0,4 0 0,1 0 0,0 0 0,-1 0 0,-2 0 0,-1 1 0,2 1 0,6 0 0,8 1 0,10-2 0,7-1 0,9 1 0,5 1 0,1 0 0,1 1 0,0-1 0,1 0 0,1-1 0,1-1 0,-1 0 0,-1 0 0,1 0 0,1 0 0,6 0 0,5 0 0,5 0 0,3 0 0,2 0 0,1 0 0,-1 0 0,5 0 0,38 3 0,-1 3 0,42 4 0,-5 2 0,23 4 0,-37-9 0,3 1 0,12 0 0,2 1 0,11 4 0,3 0 0,5 1 0,3 0 0,4 2 0,1-1 0,-7-1 0,-2-2 0,-2-2 0,-2-1 0,-2-1 0,-1 0 0,0-1 0,-1 0 0,2 1 0,0-1 0,-5-1 0,-1 0 0,-5 0 0,-2 0 0,-6-1 0,-2 0 0,-6-1 0,-1 0 0,43 2 0,-9 0 0,-7-2 0,-3-2 0,-7 0 0,-9-2 0,-7 0 0,-8 0 0,-3 0 0,1 0 0,2 0 0,4 0 0,1-2 0,4-1 0,-1-2 0,-6-1 0,-6 1 0,-9 0 0,-7 1 0,-5 0 0,-2 0 0,-1-1 0,4-2 0,3-1 0,5 0 0,2-1 0,0 2 0,-1-1 0,1 2 0,3-1 0,-1 1 0,-3 0 0,-6 2 0,-7 2 0,-4 0 0,-3 2 0,-1 0 0,0 0 0,0 0 0,-2 0 0,4 4 0,0 5 0,6 5 0,1 5 0,0 2 0,1 0 0,-3-2 0,-3-4 0,-3-5 0,-3-4 0,-1-3 0,-3-2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8:52.406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4777 360 24575,'-41'3'0,"0"-1"0,2-2 0,-5 0 0,-3-1 0,-1-1 0,-1 0 0,5-1 0,3-1 0,6 1 0,5 0 0,3 0 0,4-1 0,0 1 0,-2-1 0,-4-1 0,-2 0 0,-3 0 0,-2 0 0,-3 1 0,-2 1 0,-5-2 0,1-1 0,1 0 0,4 1 0,10 0 0,7 0 0,8 1 0,6 0 0,3 0 0,32 2 0,-7 0 0,29 2 0,-9 4 0,8 5 0,6 4 0,5 6 0,2 3 0,-1 1 0,-2-1 0,-5-2 0,-3-3 0,-4-3 0,-5 0 0,-5 0 0,-4-3 0,-5-2 0,-2 0 0,-1-1 0,-1 1 0,1 0 0,0 1 0,-2-1 0,0-1 0,-3-1 0,-4-2 0,-3-2 0,-3-2 0,-30 9 0,9-6 0,-26 5 0,14-6 0,-7-1 0,-7 1 0,-7 0 0,-7-1 0,-5-1 0,-3-1 0,2 0 0,0 0 0,4 0 0,3 0 0,2 0 0,1 0 0,4 0 0,1 0 0,6 0 0,4 0 0,0 0 0,2 0 0,-1 0 0,-1 0 0,0 0 0,2 0 0,1 0 0,1 0 0,0 0 0,-2 0 0,-3 0 0,-6 0 0,-3 0 0,-2 0 0,1 0 0,-1 0 0,-3 0 0,-3 0 0,-2 0 0,-3 0 0,0 0 0,-3 0 0,-3 0 0,0 0 0,-1 0 0,3 0 0,3 0 0,4 0 0,0 0 0,-2 0 0,-6-1 0,-7-2 0,-13 1 0,-12 0 0,-5 2 0,2 0 0,6 0 0,5-2 0,0-1 0,-4-1 0,-3 0 0,1-1 0,7 1 0,11 2 0,12 1 0,9 1 0,6 0 0,4 0 0,-1 0 0,-1 0 0,-4 0 0,0 0 0,4 0 0,3 0 0,6 0 0,6 0 0,3 0 0,2 0 0,-1 0 0,-1 0 0,-3 0 0,-1 0 0,0 0 0,-3 0 0,0 0 0,0 0 0,5 0 0,5 0 0,9-1 0,8 0 0,30-10 0,-2 6 0,21-5 0,-10 8 0,5 2 0,19-2 0,29-4 0,-28 1 0,2-1 0,9-2 0,1-1 0,4-1 0,0-1 0,2 0 0,0 0 0,0 1 0,0 0 0,0 0 0,-1 2 0,-4-1 0,-2 1 0,-3 1 0,-3 0 0,-8 2 0,-2-1 0,42-3 0,-12 3 0,-13 0 0,-5 0 0,-7 1 0,0 0 0,1 1 0,2 0 0,3 1 0,3-3 0,6 2 0,5-2 0,6 2 0,9 1 0,6-1 0,2 2 0,-1-1 0,-8 1 0,-11 2 0,-14 0 0,-12 0 0,-9 0 0,-1 0 0,3 0 0,5-2 0,4-1 0,4-1 0,1-2 0,-3 2 0,-5 0 0,-9 0 0,-9 3 0,-9-2 0,-3 2 0,-3-1 0,-2 1 0,-1-1 0,-2 1 0,1-2 0,2 0 0,2 1 0,4-2 0,2 1 0,3-2 0,2-1 0,2-1 0,3-1 0,0 0 0,0 2 0,-4 1 0,-3 1 0,-3 0 0,-2 1 0,-2 1 0,-4 0 0,-3 0 0,-3 1 0,0 0 0,-3 1 0,-1 0 0,4 0 0,-3-1 0,6-1 0,-4 1 0,2 0 0,-2-1 0,-2 1 0,0 0 0,0 0 0,2 1 0,-3 0 0,4 0 0,-5 0 0,-38-5 0,9 1 0,-37-7 0,20-1 0,1-1 0,1-1 0,1 0 0,0 2 0,0 2 0,0 1 0,0 3 0,-6 1 0,-5 0 0,-5 1 0,-1 0 0,2 0 0,2 2 0,-2-2 0,0 1 0,0 1 0,0-1 0,-1 1 0,-3 0 0,-6 0 0,-5 2 0,-3 0 0,-4 0 0,1 0 0,-4 1 0,-16 4 0,38-2 0,-1 0 0,-6 1 0,0 0 0,-5 1 0,0-1 0,1 0 0,1-1 0,3 1 0,-1 0 0,1 0 0,0 0 0,4-1 0,1-1 0,1-1 0,2 0 0,-1 0 0,2 0 0,-48 2 0,3 2 0,6 0 0,9-3 0,5 0 0,1 0 0,-4 1 0,-5 2 0,-2 0 0,1 2 0,3 1 0,1 0 0,6 1 0,4 0 0,0 0 0,2 1 0,0 0 0,-3 1 0,-2 4 0,-2 0 0,-1 2 0,3 1 0,3-2 0,2 1 0,6-1 0,7 0 0,9-1 0,10-3 0,10-4 0,10-2 0,11-3 0,29 3 0,-1-3 0,24 2 0,-1-5 0,25 0 0,27 0 0,-31 1 0,4-2 0,12-2 0,5-2 0,-20 0 0,1-2 0,2 0-224,7-1 1,2-2-1,1 0 224,6 0 0,1 0 0,0 0 0,0 1 0,-1 0 0,0 1 0,-3 1 0,-1 1 0,-2 0 0,-5 1 0,-1 1 0,-3 0-15,21-2 0,-3 1 15,-6 2 0,-2 0 0,-9 2 0,-2 0 0,-1 0 0,-2 0 0,1 1 0,-1 0 0,-3 0 0,-1 0 334,-2 0 1,-1 0-335,-6 0 0,0 0 32,41 0-32,-8 0 0,-4 0 0,0 0 0,0 0 0,0 0 0,-5 0 0,-6 0 0,-6 0 0,0 0 0,2 1 0,1 1 0,-1 0 0,-9 0 0,-12 0 0,-11 0 0,-7-1 0,-6 2 0,-5-2 0,-8 1 0,-5-1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9:04.803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4593 851 24575,'-48'0'0,"-8"0"0,-4 0 0,-13 0 0,-6 0 0,5 0 0,10 2 0,10 1 0,10 0 0,5 2 0,2 0 0,5-1 0,5-1 0,5 0 0,7-2 0,3 0 0,3 0 0,0 1 0,-1-1 0,2 0 0,-2 0 0,35-1 0,-17 0 0,27-1 0,-25 0 0,1-2 0,-1-2 0,0-1 0,0-2 0,-1 0 0,0-1 0,0 1 0,1 0 0,1 0 0,-1-1 0,0-3 0,4-3 0,2-6 0,3-7 0,1-4 0,-3-4 0,-2-3 0,-1-2 0,-2-3 0,-3-1 0,-1-1 0,-1 0 0,0 4 0,-1 4 0,0 6 0,0 4 0,0 4 0,0 3 0,-1 3 0,-1 4 0,1 4 0,0 3 0,7 4 0,-3 4 0,4 7 0,-3 11 0,5 13 0,6 12 0,4 7 0,3 4 0,-2 3 0,-4-1 0,-3 0 0,-3-5 0,-3-3 0,-2-5 0,-3-7 0,-3-5 0,-2-8 0,-2-5 0,-1-7 0,0-3 0,-12-34 0,4 10 0,-10-28 0,4 14 0,-2-6 0,-3-10 0,-4-8 0,-4-10 0,-3-15 0,-1-6 0,1 1 0,3 9 0,4 21 0,5 17 0,4 15 0,2 11 0,3 6 0,0 3 0,0 2 0,0 2 0,2 3 0,2 4 0,2 3 0,1 5 0,-1 3 0,1 4 0,1 7 0,-2 8 0,1 10 0,0 8 0,0 4 0,2 0 0,1-1 0,8-1 0,9 0 0,9-4 0,5-8 0,-4-15 0,-5-12 0,-4-10 0,-3-5 0,-2-5 0,-1-7 0,0-6 0,1-9 0,-1-5 0,1-5 0,3-4 0,1-5 0,3-3 0,0 1 0,-2 4 0,-2 8 0,-5 6 0,-5 4 0,-3 1 0,-3 2 0,-1-1 0,0 1 0,0 2 0,0 0 0,0-2 0,0-1 0,1-2 0,2 3 0,0 5 0,1 6 0,5 29 0,-2-5 0,7 26 0,-5-11 0,3 3 0,0 1 0,-2-4 0,-1-5 0,-2-4 0,-4-6 0,0-4 0,-2-3 0,-1-3 0,-13-2 0,-4-3 0,-24 0 0,-21-3 0,-21 0 0,32 0 0,-1 0 0,-7 0 0,0 2 0,-2 1 0,0 1 0,-2 2 0,-1 1 0,3 1 0,0 1 0,8-1 0,2 0 0,-37 3 0,20-5 0,14-4 0,4 0 0,4-2 0,0 0 0,2 0 0,-2 0 0,-2 0 0,-6-2 0,-1-3 0,1-3 0,5-3 0,5 0 0,-2 2 0,0 0 0,-6 2 0,-6 1 0,-10 1 0,-17 0 0,32 3 0,-2-1 0,-10 0 0,-3-1 0,-7 0 0,-3 1 0,-6 0 0,-2 0 0,-7 0 0,-1 2 0,-1 0 0,1 1 0,2 1 0,0 0 0,6 2 0,1 0 0,9 0 0,2 0 0,4 1 0,1-1 0,4 0 0,1 0 0,4-1 0,2 0 0,2 1 0,1-1 0,-43 0 0,15 0 0,11-2 0,9-1 0,9-1 0,8-5 0,7-1 0,8-1 0,3 0 0,3 3 0,2-2 0,0 1 0,4 1 0,8-1 0,33 0 0,15 0 0,47-5 0,-29 4 0,5-1 0,24-5 0,7-2 0,-17 3 0,4-1 0,2 0-328,12-3 0,3-1 0,2 0 222,-19 3 0,0 0 1,2 1-1,-1-1 106,0 1 0,1-1 0,0 1 0,-1 0 0,-3 1 0,-1 0 0,0 1 0,-2-1 0,20-3 0,-2 1 0,-1 1 0,-6 1 0,0 0 0,-2 1 0,-5 1 0,-1 1 0,-1 0-95,-4 1 0,-1 0 0,-1 1 95,-2 1 0,1 0 0,-3 0 0,26-2 0,-3 0 0,-6 1 0,-1 1 0,-6 1 0,-2 1 0,-11 2 0,-3 0 0,-3 0 0,-2 1 983,37 0-580,-11 0-97,-15 1-306,-12 1 0,-9 0 0,-7 0 0,-1 0 0,-7 2 0,-5-1 0,-8 1 0,-5 0 0,-4 0 0,-31 8 0,4-4 0,-28 5 0,5-6 0,-17 4 0,-27 5 0,35-5 0,-3 0 0,-9 3 0,-2 1 0,-5 0 0,-1 2 0,-7 3 0,-1 0 0,-5 0 0,1 0 0,2 0 0,1 0 0,5-1 0,2 0 0,8-3 0,1 1 0,5-1 0,2 0 0,3-1 0,2 0 0,3-1 0,2 1 0,-41 12 0,16-1 0,15-4 0,19-6 0,18-6 0,15-4 0,49-3 0,-2 0 0,57-1 0,-44 0 0,1 0 0,14 0 0,2 0 0,8 0 0,1 0 0,2-1 0,-2-1 0,-6-2 0,-2-2 0,-7-1 0,-2-2 0,-7-1 0,-3-1 0,37-14 0,-6 0 0,-8 2 0,-8 2 0,-7 3 0,-4 4 0,0 2 0,0 2 0,-3 3 0,-9 3 0,-10 2 0,-12 2 0,-7 0 0,-4 0 0,-4 1 0,-17 15 0,-1-3 0,-21 14 0,1-7 0,-8 5 0,-14 7 0,-22 10 0,24-15 0,-4 0 0,-13 3 0,-3 1 0,-4 0 0,-7 0 0,-3-5 0,-7 0 0,6-2 0,0 0 0,-4-2-246,4-6 0,-12 1 0,-5-1 0,6-2 0,13-3 0,3-2 0,0-1 0,0 0 172,-1 1 0,0-1 0,1 0 0,1 0 23,-25 2 1,2-1-1,13-1 51,17-2 0,8-2 0,4-1 0,3-1 0,-41 1 0,11-1 0,6-2 983,4 0 0,2 0-533,4 0-450,5 0 0,2 0 0,2 0 0,-1 0 0,1 0 0,4 0 0,9 0 0,6 0 0,4 0 0,0 0 0,1 0 0,4 0 0,1 0 0,5 0 0,3 0 0,1 0 0,6 0 0,1-1 0,3-1 0,1-1 0,2-1 0,5 0 0,26-5 0,-4 3 0,21-3 0,-11 6 0,5 1 0,14 1 0,20 1 0,22 0 0,-35 0 0,2 0 0,7 0 0,3 0 0,5 0 0,1 0 0,2 0 0,0 0 0,-2 1 0,0 0 0,-6 1 0,-2 1 0,-6 0 0,-2 0 0,42 4 0,-12-1 0,-7 1 0,-2-1 0,3-3 0,4-1 0,3-2 0,0 0 0,0 0 0,0 0 0,0 1 0,4 1 0,5 0 0,-43-1 0,1 0 0,0 1 0,0 0 0,-1 0 0,-1-1 0,44 1 0,-13 2 0,-7-2 0,-3 1 0,-2 1 0,3-2 0,0 0 0,-1 0 0,3 0 0,2 1 0,2-2 0,1 0 0,-4 1 0,-7 0 0,-9 0 0,-14 1 0,-12-2 0,-11 1 0,-8-1 0,-4-1 0,-3 1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9:13.772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1 1 24575,'0'62'0,"0"0"0,0 17 0,0-9 0,0 0 0,0 2 0,0-3 0,0-8 0,0-9 0,0-11 0,0-6 0,0-5 0,0-3 0,0-3 0,0-5 0,0-3 0,0-4 0,0 0 0,0-1 0,0-1 0,0 0 0,1 0 0,0 1 0,1-2 0,0-1 0,1 2 0,1 0 0,0-1 0,2 1 0,-2-2 0,2 0 0,1 1 0,0 4 0,-1 1 0,1 0 0,0-2 0,-1-4 0,1-4 0,3-6 0,-2-6 0,1-6 0,-6-3 0,0-2 0,-1-2 0,-1-5 0,-1-10 0,0-11 0,0-12 0,1-1 0,1 4 0,0 9 0,0 7 0,-1 4 0,1 2 0,1 0 0,0 2 0,0 4 0,0 5 0,0 1 0,1 1 0,-1-2 0,2-2 0,0 1 0,1 4 0,-1 4 0,-1 6 0,1 6 0,7 4 0,-5 12 0,6 2 0,-8 14 0,2 0 0,0 6 0,3 8 0,1 4 0,0 3 0,4 19 0,-5-22 0,2 13 0,-6-25 0,-3-2 0,-1 0 0,-2-5 0,0 0 0,0-3 0,0-2 0,0-1 0,0-2 0,0-2 0,0-1 0,0-3 0,0-1 0,0-2 0,0 0 0,0-1 0,0 0 0,0 0 0,0 0 0,15-30 0,-10 7 0,11-27 0,-13 15 0,0-4 0,0-6 0,-1-5 0,0-4 0,-1 0 0,3 0 0,0 4 0,1 4 0,-1 6 0,0 9 0,0 4 0,-1 2 0,1 2 0,0 0 0,1 2 0,0 1 0,0 2 0,0 2 0,1 0 0,1 0 0,-1 1 0,3 0 0,-4 30 0,2-6 0,-2 27 0,2-14 0,2 0 0,-2-1 0,-1-3 0,-2-1 0,-1-2 0,-1-3 0,-1-2 0,0-1 0,1-1 0,0-1 0,-1-3 0,2-1 0,-2-1 0,1-1 0,-2 0 0,2 1 0,-1-1 0,0 0 0,0 0 0,0 1 0,1 1 0,-1 0 0,1 0 0,0 0 0,0-2 0,1 0 0,-1 1 0,1-2 0,-2-1 0,2 1 0,-2-36 0,1 11 0,-2-30 0,0 16 0,0-4 0,0-8 0,-2-7 0,-4-5 0,-3 1 0,-2 2 0,-1 1 0,2 3 0,0 4 0,2 3 0,3 7 0,0 4 0,1 5 0,1 7 0,0 5 0,-1 5 0,-3 1 0,-1 1 0,0-1 0,1-3 0,2-2 0,0-4 0,1-2 0,1 0 0,0 2 0,0 4 0,0 2 0,1 0 0,-1 0 0,2 0 0,0-1 0,-1 1 0,1 1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9:19.525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4943 409 24575,'-80'0'0,"11"0"0,-14 0 0,-7 0 0,13 0 0,-5 0 0,-5 0 0,-3 0 0,0 0-164,6 0 0,-2 0 0,-2 0 0,-1 0 0,-1 0 0,1 0 0,-4 0 0,-1 0 0,-1 0 0,1 0 0,1 0 0,2 0-33,-7 0 0,2 0 1,0 0-1,3 0 0,0 0 0,8 1 0,1-1 1,2 1-1,0 0 0,0 0-49,-17 1 0,1-1 0,1 1 0,3 1 0,12-1 0,2 1 0,2 0 0,2-1 381,-13 2 0,3 0 0,3-1-135,-17 1 0,5-1 0,11 0 0,2 0 0,2 0 0,1 0 0,10 0 0,2 1 491,2 0 1,3-1-1,5 0 1,2 0 491,-33-1 0,23-1 0,22-1-399,21 0-584,21 0 0,54 1 0,37 2 0,-7-2 0,13 0 0,-12 0 0,7-2 0,4 0-246,-9 0 0,3-1 0,3 0 0,2-1 49,-11 0 0,3 0 1,1-1-1,0 0 0,1 0 0,4 0 0,0 0 1,1 0-1,0 0 0,-1 1 0,-3-1 0,0 1 1,0 0-1,-1 0 0,0 0 0,-2 1 0,0 0 1,0 1-1,-2-1 0,-1 1-49,14 1 0,-1-1 0,-3 1 0,-1 1 194,-9-1 0,-1 0 1,-3 1-1,-1 1 52,13 1 0,-3 1 0,-2 1-51,-13 1 1,-3 0 0,-1 1 50,23 5 0,-4 1 491,-10-1 1,-2 1-24,-10-3 1,-3-1 22,-6 0 1,-3-1 491,36 5 0,-15-4 0,-14-1-573,-11-1-410,-10-1 0,-9 0 0,-9-1 0,-6-1 0,-5 0 0,-4-1 0,-40 6 0,-4-6 0,-48 3 0,37-6 0,-5 0 0,-19 0 0,-8 0 0,11 0 0,-4 0 0,-4 0-328,-15 0 0,-3 0 0,-4 0 151,15 0 1,-3 0 0,0 0 0,-2 0-70,-4 0 0,-2 0 0,0 0 0,-1 0 14,-3 0 1,-1 0 0,0 0 0,0 0 231,19 0 0,0 0 0,0 0 0,0 0 0,1 0 0,-17 0 0,1 0 0,2 0 0,0 0 0,8-1 0,1 1 0,1 0 0,3 1-198,-14-1 1,2 1 0,5 0 197,13 1 0,3 0 0,3 0 0,-17 1 0,4 0 0,14 1 0,3-1 491,13 0 1,3-1-11,-25 0 502,24 0 0,19-2-223,13 0-760,9 0 0,42 0 0,-8 0 0,33 0 0,-20 0 0,12 0 0,28-3 0,-21-2 0,7-2 0,22-4 0,7-5 0,-18 3 0,3-3 0,1-1-328,11-2 0,1-2 0,3-1 198,-19 5 1,2-1-1,0 0 1,0-1 129,0 1 0,0-1 0,1 1 0,-1 0 0,-1 0 0,-1 1 0,0 1 0,-1 0 0,19-3 0,0 0 0,-3 2-178,-8 3 0,-1 0 0,-2 2 178,-8 2 0,0 0 0,-3 2 0,27-4 0,-3 2 0,-7 1 0,-3 0 0,-9 2 0,-3 1 0,-11 2 0,-3 1 0,24 0 983,-29 2-506,-17 1 99,-9-1-576,-4-1 0,-2 0 0,-4 0 0,-2 1 0,-2-1 0,0 1 0,-79-1 0,-23-2 0,29 2 0,-9 0 0,-4-1 0,-7-1 0,-4-1 0,-6 1-246,3 0 0,-6 1 0,-3 0 0,-3 1 49,6-1 0,-2 1 1,-3 0-1,-1 0 0,0 0 33,12 0 0,0 1 0,-2 0 0,1 0 0,-1 0 0,0 1 46,0-1 1,0 1 0,-1 0 0,1 1 0,1-1 0,2 0-80,-8 0 0,2 0 1,1 0-1,2 0 0,3 0-37,-8 0 0,3 0 1,2 0-1,3 0 25,-13 0 0,4 0 1,4 0 208,17 0 0,4 0 0,3 0 0,-15 0 0,6 0 0,15 0 0,4 0 983,-25 0 0,32 0 0,23 0 0,13-2 0,8 1 0,44 0-681,12 0-302,9 2 0,10 0 0,16 3 0,8-1 0,-7 1 0,6 0 0,4 0-246,-9-1 0,3 1 0,2 0 0,2 1 49,-12-1 0,2 0 1,1 0-1,1 1 0,-1-1 0,2 1 0,0 0 1,0 0-1,0 1 0,-2-1-49,17 2 0,0 0 0,-2 0 0,-2 0 70,-6 0 1,-2 0 0,-2-1 0,-2 0 16,12 1 0,-3-1 0,-3-1 159,-10-1 0,-3-1 0,-3-1 0,20 0 0,-4-1 0,-15-1 0,-3 0 0,-7 0 0,-3 0 983,37 0-228,-19-2 228,-13-3 0,-7-3 0,-3-2-556,-1-2-427,-1 2 0,-1 0 0,-4 1 0,-4 3 0,-1 0 0,-4 0 0,-1-1 0,1-2 0,3 0 0,1 0 0,-3 0 0,-7 2 0,-7 0 0,-4-1 0,-2 0 0,1 2 0,-1 0 0,3 2 0,3-1 0,-3 1 0,-3 1 0,-5 1 0,-4 1 0,-3 1 0,-2 0 0,1 0 0,-95-6 0,7 4 0,-12 1 0,-1 0 0,-10-1 0,-2 1-246,15 2 0,-4 0 0,0 1 0,1 0 30,2 1 1,0 1 0,1 0 0,0-1 215,4 1 0,0 0 0,2 0 0,1 0 0,-18 1 0,2 0 0,1 0-263,7 1 1,1-1 0,0 1 262,2-2 0,0 0 0,0-1 0,1 1 0,1-1 0,-1 0 0,-1 0 0,0-1 0,-1-1 0,-1-1 0,-1 0 0,0 0 0,-3 0 0,0 0 0,0 0 0,5 0 0,0 0 0,2 0 0,3 0 0,2 0 0,1 0-116,9 0 0,1 0 0,3 0 116,-18 0 0,5 0 0,9 0 0,4 0 0,-30 0-246,31 0 0,34 0 0,16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9:35.539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86 268 24575,'0'43'0,"-4"12"0,-3 3 0,-3 3 0,-2-5 0,4-16 0,2-8 0,1-8 0,3-6 0,1-5 0,0-2 0,-1-1 0,1 0 0,0-1 0,1 1 0,-2-2 0,1 1 0,2-31 0,0 3 0,4-36 0,-3 0 0,-1-13 0,-1-8 0,-2 0 0,-2 6 0,-2 12 0,-1 13 0,2 14 0,2 12 0,0 6 0,2 2 0,-1 2 0,2 0 0,0-2 0,0 2 0,0-2 0,0 2 0,0 0 0,0-2 0,0 3 0,0-4 0,0 4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9:40.739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4171 784 24575,'-57'0'0,"0"0"0,-5 0 0,0 0 0,-5 0 0,-1 0 0,-7 0 0,-1 0 0,-5 0 0,-1 0 0,-3 0 0,0 0 0,-1 0 0,-1 0 0,-4 0 0,0 0 0,-1 0 0,0 0 0,5 0 0,2 0 0,5 0 0,3 0 0,7 0 0,3 0 0,3 0 0,2 0 0,1 0 0,-1 0 0,3 0 0,-1 0 0,1 0 0,0 0 0,0 0 0,0 0 0,1 0 0,1 0 0,2 0 0,1 0 0,3 1 0,1-1 0,-46 3 0,45-1 0,0 0 0,-2 1 0,-1-1 0,-3 1 0,1 0 0,0-1 0,0 0 0,-40 1 0,19-1 0,19-2 0,15 0 0,9 0 0,3 0 0,5 0 0,2 0 0,2 0 0,0 0 0,-1 0 0,-4-1 0,-2-3 0,-6-1 0,-1-2 0,-1-2 0,5 1 0,5-2 0,6 1 0,3 0 0,3-1 0,3 0 0,5 0 0,4 0 0,1 1 0,7-2 0,7 4 0,10-2 0,11 6 0,21 2 0,32 1 0,-25-1 0,6-1 0,14-2 0,4-1 0,-19 1 0,2 0 0,2-1-237,6-1 0,1-1 0,2 0 237,4 0 0,0-1 0,1 0 0,1 1 0,1 0 0,-2 0 0,-4 0 0,-1 1 0,-2-1 0,-5 1 0,-2 0 0,-2 0 0,24-2 0,-3 1 0,-9-1 0,-1 0 0,-6 0 0,-2 1 0,-6 2 0,-1 1 0,-4 1 0,-1 1 0,-2 1 0,-1 0 0,-1 1 0,1 0 355,-1 0 1,1 0-356,-1 0 0,1 0 0,-4 0 0,0 0 0,44 0 0,-12 0 0,-10 0 0,-6 0 0,-1 0 0,-1-1 0,-2-1 0,-8 0 0,-8 0 0,-10 1 0,-7 1 0,-4 0 0,-4-1 0,0-1 0,0 1 0,0 0 0,4 1 0,0 0 0,0 0 0,-1 0 0,-2 0 0,-1 0 0,-2 0 0,-3 0 0,-2 0 0,-3 0 0,-3-1 0,0-1 0,2 1 0,1-2 0,1 1 0,0-1 0,-2-1 0,-1 2 0,-2-1 0,-2-1 0,-2-7 0,-3 2 0,-2-4 0,0 5 0,0 0 0,-2-1 0,-4-1 0,-4-1 0,-5-3 0,-3-3 0,-5-2 0,-4-1 0,-4 3 0,-2 1 0,-2 1 0,-1 3 0,-2 2 0,-3 3 0,-4 1 0,-5 3 0,-5 0 0,-11 2 0,-13 1 0,-16 0 0,42 0 0,-1 1 0,-2 1 0,-1 1 0,1 1 0,0 1 0,2 2 0,1 0 0,2 0 0,1 1 0,0-1 0,1 0 0,-49 8 0,2-3 0,1-1 0,6-1 0,3-1 0,-10-2 0,44-3 0,-1 0 0,-6 0 0,-2 0 0,-5 0 0,0 1 0,1 1 0,1 1 0,0-1 0,1 1 0,2 0 0,0 0 0,4 0 0,0 0 0,2-1 0,1-1 0,2-1 0,1 0 0,-47 3 0,5-3 0,1 1 0,4-1 0,4-2 0,2 0 0,6-2 0,5 0 0,5 0 0,4 0 0,0 0 0,3 0 0,4 0 0,-1 0 0,-6 0 0,-9 0 0,-4 0 0,4 0 0,13 0 0,18 0 0,18-1 0,13-3 0,6-1 0,36-9 0,-2 3 0,45-8 0,16-4 0,-22 6 0,7 0 0,-9 2 0,5-1 0,2 0-328,14-3 0,3-1 0,2 1 226,-18 3 0,2 0 0,0 0 0,-1 0 102,21-4 0,-1 0 0,-3 1 0,-10 3 0,-3 0 0,-3 2 0,-9 3 0,-3 1 0,-2 2 0,18-1 0,-3 3 0,-6 1 0,-1 1 0,-6 1 0,-3 1 0,-7 1 0,-1-1 0,-4 1 0,-2 0 983,42 1-574,-6 0-409,0 0 0,-3 0 0,-6 0 0,-12 0 0,-16 0 0,-16 0 0,-12 0 0,-11 0 0,-5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9:46.172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222 1 24575,'0'50'0,"0"12"0,0 17 0,-2 10 0,-5 2 0,-4-5 0,-5-8 0,0-10 0,0-12 0,1-6 0,2-5 0,1-4 0,1-1 0,2-5 0,2-7 0,3-3 0,0-3 0,1 0 0,-1-1 0,1-2 0,0-3 0,1-3 0,0-1 0,1-6 0,3-33 0,3 3 0,3-37 0,0 4 0,-1-18 0,-2-19 0,-2 43 0,0-2 0,0-1 0,0 1 0,3-44 0,1 15 0,-1 15 0,0 14 0,1 9 0,-1 8 0,-1 9 0,0 6 0,-2 7 0,1 6 0,3 4 0,3 27 0,0-2 0,2 23 0,-2-4 0,3 5 0,0 6 0,3 6 0,-2 3 0,-2 1 0,-1-2 0,-3-1 0,1-6 0,-2 0 0,-2-4 0,0-6 0,-2-5 0,0-7 0,2-5 0,-2-2 0,1-2 0,0-2 0,-1-1 0,-1-2 0,-1-3 0,-1-1 0,0-3 0,0-1 0,-10-30 0,-3-16 0,-18-50 0,13 36 0,-1-2 0,-2-9 0,0-1 0,-2 1 0,2 0 0,1 6 0,2 3 0,-14-37 0,5 22 0,5 15 0,4 10 0,3 8 0,4 7 0,4 9 0,3 9 0,3 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9:52.706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4482 237 24575,'-65'-3'0,"4"1"0,-6 2 0,1 0 0,-13 0 0,-15 0 0,40 0 0,-2 0 0,-8 0 0,-2 0 0,-3 0 0,-1 0 0,-3 0 0,-1 0 0,0 0 0,-1 0 0,2 0 0,0 0 0,2 0 0,0 0 0,5 0 0,1 0 0,2 0 0,1 0 0,2 0 0,1 0 0,2 0 0,1 0 0,2 0 0,1 0 0,-2 0 0,0 0 0,0 0 0,-2 0 0,0 0 0,-2 0 0,-3 1 0,-1 0 0,3 1 0,1 0 0,-1 1 0,2 0 0,3 1 0,0 0 0,2 1 0,0 0 0,0 0 0,-2 0 0,0 1 0,-1 0 0,-1-2 0,1-1 0,4 0 0,1-1 0,-46 0 0,9-2 0,7 0 0,8 0 0,7 0 0,4 0 0,-1 0 0,1 0 0,2 0 0,2 0 0,7 0 0,6 0 0,8 0 0,9 0 0,5 0 0,4 0 0,2 0 0,2 0 0,2 0 0,4 0 0,0-1 0,28-11 0,-5 5 0,27-9 0,-5 9 0,17-2 0,23-5 0,-24 4 0,4-2 0,11-2 0,3-1 0,4-2 0,2-1 0,7-1 0,0 1 0,-2 1 0,0 2 0,-3 2 0,-1 2 0,-2 1 0,-3 2 0,-10 2 0,-2 1 0,-3 0 0,-3 0 0,38-2 0,-14 3 0,-9 2 0,-7 2 0,1 0 0,-3 0 0,-2 0 0,-7 0 0,-11 0 0,-11 0 0,-10 1 0,-8 1 0,-7 1 0,-34 4 0,-11 0 0,-48 6 0,35-6 0,-3 1 0,-12 3 0,-5 2 0,-14 3 0,-5 2 0,24-3 0,-1 0 0,-1 1 0,0 1 0,-1 0 0,1 0 0,2 0 0,2 0 0,0-1 0,-22 6 0,4-1 0,14-5 0,3-1 0,9-1 0,2-2 0,-35 5 0,16-2 0,7-1 0,3-1 0,6-2 0,7-2 0,8-2 0,9 0 0,3-2 0,5-1 0,3 0 0,3 0 0,3 1 0,4-2 0,7-2 0,40-1 0,-11 2 0,37 0 0,-9 3 0,19 3 0,23 0 0,-37-5 0,2 0 0,9-1 0,2-1 0,6 0 0,3-1 0,7 0 0,2 0 0,8 0 0,2 0 0,3 0 0,1 0 0,-1 0 0,-1 0 0,-5 0 0,-3-1 0,-5 0 0,-3-1 0,-3 1 0,-2-1 0,-2 1 0,-1-1 0,-2 1 0,-2 1 0,-4 0 0,-1 0 0,-2 0 0,-1 0 0,-1 0 0,-1 0 0,0 0 0,-1 0 0,0 0 0,0 0 0,-2 0 0,0 0 0,0 0 0,-1 0 0,-2 0 0,-2 0 0,45 0 0,-7 0 0,-1 0 0,2 0 0,0 0 0,0 0 0,-7 0 0,-6 0 0,-3 0 0,-10 0 0,-9 0 0,-8 0 0,-5 0 0,-3 0 0,-3 0 0,0 0 0,-2 0 0,-2 0 0,-1 0 0,-1 0 0,-1 0 0,-1 0 0,-1 0 0,-4 0 0,-4 0 0,-5 0 0,-3 0 0,-1 0 0,-2 0 0,1 2 0,-6 8 0,0-1 0,-8 5 0,-4-5 0,-5-1 0,-2 0 0,-1-1 0,-2 1 0,-1 0 0,1-2 0,-1 0 0,1-2 0,-1-3 0,-2 0 0,-4-1 0,-7 0 0,-9 0 0,-12 0 0,-11 0 0,-11 0 0,-12 0 0,-8 0 0,44 1 0,-1 0 0,-4 0 0,-1 1 0,-2 0 0,0 1 0,-2 0 0,0 0 0,1 1 0,0 0 0,2 0 0,1-1 0,1 1 0,1-1 0,0 0 0,1-1 0,-1-1 0,1 0 0,-1 1 0,1-1 0,1-1 0,1 0 0,2 0 0,0 0 0,-45 0 0,0 0 0,0 0 0,-4 0 0,49 0 0,0 0 0,-1 0 0,0 0 0,1 0 0,-1 0 0,1 0 0,0 0 0,-49 0 0,3 0 0,-2 0 0,3 0 0,1 2 0,4 2 0,5 2 0,4 4 0,0 0 0,-4 3 0,0 0 0,2-2 0,5 0 0,10-3 0,9 0 0,10-1 0,9-1 0,10-1 0,7-2 0,7-2 0,5-1 0,2 0 0,45 0 0,-15 0 0,43 0 0,-10 0 0,32 0 0,-27-1 0,3 0 0,10-1 0,3-1 0,4-2 0,1-1 0,-2-1 0,0 0 0,2-1 0,0 1 0,-4 0 0,-1 2 0,0 0 0,-1 1 0,0 0 0,-1 1 0,-3-1 0,0 1 0,0-1 0,1 1 0,-6 0 0,0 0 0,-4 0 0,-1 1 0,-3 0 0,0 0 0,-1 1 0,-1 0 0,-2 0 0,-1 1 0,49 0 0,-5 0 0,-3 0 0,3 0 0,1 0 0,3 0 0,-3 2 0,-8 3 0,-7 3 0,-9 1 0,-7-2 0,-6-1 0,-6-3 0,-5-2 0,-4 1 0,-6 0 0,-4 0 0,-5-1 0,0 1 0,4 1 0,2 2 0,3 2 0,0 0 0,-1-1 0,1 0 0,0-1 0,0 1 0,0-1 0,-6 0 0,-8-1 0,-6-2 0,-6-1 0,-4-1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8:59:59.409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69 0 24575,'0'51'0,"0"9"0,0 24 0,0 14 0,-2-47 0,0 0 0,-4 47 0,-3-12 0,-1-12 0,2-9 0,1-10 0,2-6 0,1-6 0,0-3 0,1 0 0,1-2 0,1-2 0,1-7 0,-1-5 0,-1-4 0,0-2 0,1-3 0,1-1 0,0-5 0,11-45 0,-2-8 0,2-4 0,0-5 0,-3-2 0,-1-1 0,2-8 0,0-1 0,0-3 0,0 0 0,-1 7 0,0 1 0,-1 9 0,0 3 0,4-27 0,-3 22 0,1 11 0,1 7 0,0 4 0,-1 3 0,-1 6 0,-2 7 0,-1 6 0,-1 4 0,7 23 0,-7-2 0,7 20 0,-9-3 0,-1 5 0,0 7 0,-1 9 0,0 9 0,0 6 0,0 4 0,0-4 0,0-3 0,0-8 0,0-6 0,0-4 0,0-5 0,0-2 0,0-1 0,0 0 0,0-5 0,0-2 0,1-6 0,2-3 0,2-2 0,-1-2 0,0-2 0,0-4 0,-1-5 0,1-3 0,8-29 0,-6-3 0,6-35 0,-6-3 0,5-14 0,2-3 0,1 5 0,-2 9 0,-3 17 0,-2 12 0,-2 9 0,-2 3 0,0 1 0,1 3 0,-1 2 0,0 2 0,1 2 0,0-2 0,1-1 0,0 2 0,-1 1 0,-1 5 0,0 2 0,2 3 0,2 28 0,-2-4 0,0 24 0,-5-11 0,0 5 0,0 3 0,2 2 0,1-1 0,1-2 0,1-3 0,-2-4 0,-1-6 0,-1-7 0,-1-7 0,1-4 0,0-4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09:00:06.539"/>
    </inkml:context>
    <inkml:brush xml:id="br0">
      <inkml:brushProperty name="width" value="0.35" units="cm"/>
      <inkml:brushProperty name="height" value="0.35" units="cm"/>
      <inkml:brushProperty name="color" value="#1F2733"/>
    </inkml:brush>
  </inkml:definitions>
  <inkml:trace contextRef="#ctx0" brushRef="#br0">4277 827 24575,'-95'0'0,"26"0"0,-8 0 0,9 0 0,-5 0 0,-2 0 0,-9 0 0,-3 0 0,-1 0-328,-2 0 0,-1 0 0,2 0 0,5 0 0,1 0 0,1 0 177,2-1 0,0 0 0,1-1 151,2 0 0,0-2 0,0 0-1,-1-1 0,1-1 1,-1-1 0,-5-1 0,0 0 0,0-1 0,3 1 0,0 0 0,0 0 0,1 0 0,1 0 0,-1 1 0,2 0 0,1 0 0,0 0 0,5 1 0,0 0 0,1 1 0,-29-2 0,2 1 288,8 2 1,3 1-289,11 1 0,2 1 0,8 0 0,3 0 0,7 0 0,1 0 983,-39-2-756,11 1 409,12 2-636,16 0 0,15 0 0,12 0 0,7 0 0,5-1 0,4-1 0,5-2 0,31-8 0,3 6 0,47-10 0,-26 9 0,6-1 0,29-8 0,10-3-328,-9 2 0,7-2 0,5-2 83,-11 2 0,4-1 0,4 0 0,2-1 48,-3 1 0,3 1 1,2-1-1,1 0 0,0 1 33,-14 3 0,0 0 0,1 0 0,-1 0 0,1 1 0,0 1 0,0-1 0,1 2 0,0-1 0,-1 1 0,1 1 0,-2 0-33,15-1 0,0 1 1,-1 0-1,-2 1 0,-4 1-49,7 0 0,-4 1 0,-2 1 0,-2 0 95,-9 1 1,0 0-1,-3 1 1,-4 0 150,8 0 0,-4 0 0,-4 1 491,12-1 1,-6 2-295,-13 1 0,-3 0 294,-13 1 1,-2 2 491,33 0 0,-8 0 0,1 0 0,2 0 0,0 0-772,-3 0-211,-14 0 0,-20 0 0,-15 0 0,-14 0 0,-7 2 0,-27 5 0,13-4 0,-18 2 0,19-5 0,1 0 0,-5 0 0,1 0 0,-11 1 0,-20 3 0,-41 3 0,20-2 0,-7 2 0,-19 2 0,-5 1 0,25-3 0,-3 1 0,1-1 0,2 1 0,1-1 0,1 1 0,-28 1 0,4 1 0,11-3 0,3 0 0,8-1 0,1 0 0,2 0 0,1 0 0,8 0 0,1 0 0,-42 5 0,21-2 0,18-3 0,13-2 0,14-1 0,6 0 0,6-1 0,4 2 0,3-2 0,3 0 0,0 1 0,-2-1 0,-4 4 0,-20 4 0,-34 5 0,7-2 0,-9 1 0,5-2 0,-4 2 0,-5 0-328,-16 5 0,-6 2 0,-2 0 178,16-2 1,-2 0 0,-1 1-1,0-1 150,-1 1 0,0-1 0,0 1 0,2-2 0,5 0 0,1 0 0,2-1 0,2-1 0,-11 1 0,3 0 0,5-2 0,-14 1 0,7-2 0,24-5 0,6-1 0,-12 0 0,42-5 0,21-3 0,94 3 0,-9 0 0,13-1 0,-9-1 0,6 1 0,5-1-135,-8 0 0,3 0 0,2 0 0,0 0 135,-1-1 0,1 0 0,0 0 0,0 0 0,-1 0 0,2 0 0,-2 0 0,-1 0-246,-6 0 0,0 0 0,-2 0 0,-3 0 233,12 0 1,-2 0 0,-4 0-21,-12 0 1,-3 0 0,-3 0 32,20 0 0,-4 0 0,-15 0 0,-3 0 0,-7 0 0,-3 0 983,43 0 0,-15 0 0,-12 0-807,-16 0-61,-17 0-115,-10 0 0,-5 0 0,-1 0 0,0-1 0,-2 0 0,-3-1 0,-1 0 0,2-2 0,2-2 0,4-1 0,-1-1 0,-1-1 0,-1 2 0,-3-2 0,-1 1 0,-1-1 0,1-2 0,-1-1 0,-2-1 0,-4-1 0,-4 2 0,-4-2 0,-5 0 0,-18 0 0,-44-1 0,6 8 0,-11 1 0,5 2 0,-7 0 0,-3 2-328,-16-1 0,-5 1 0,-2 0 201,16 1 0,-3 1 0,0-1 0,1 1 127,0 0 0,1 0 0,0 0 0,1 0 0,-19 0 0,1 0 0,3 0-137,13 0 0,2 0 0,4 0 137,-16 0 0,7 0 0,13 0 0,7 0 0,-24 0 0,35 0 0,24 0 983,16-1-507,9-2-32,41-1-444,11 1 0,5 1 0,8 1 0,14 0 0,8 0 0,-10 0 0,6-1 0,3 0-328,13-1 0,5 0 0,1 0 147,-18-1 0,1 1 0,1-1 0,-2 1 181,-1-1 0,0 1 0,-1-1 0,-2 1-137,14 0 0,-3-1 0,-3 2 137,-15 0 0,-2 0 0,-5 1 0,10 0 0,-7 0 0,25 1 0,-32 0 0,-25 0 983,-13 0-296,-8 0-238,-4 0-449,-2 0 0,10 0 0,0-2 0,12 0 0,5-2 0,7 1 0,2-2 0,-3 1 0,-10 0 0,-9 2 0,-8 2 0,-6 1 0,-7 16 0,-2-2 0,-3 17 0,1-4 0,-1 3 0,2 5 0,-1 1 0,2-1 0,-1-3 0,0-6 0,0-5 0,1-4 0,-1-3 0,0 1 0,0 1 0,0 2 0,0-2 0,0-3 0,1-1 0,0-5 0,0 1 0,-5-4 0,-2 2 0,-2-5 0,-1 0 0,0-2 0,-8 0 0,-7 2 0,-8 1 0,-11 3 0,-15 4 0,-17 1 0,-18 3 0,42-8 0,-1 1 0,-3-1 0,1-1 0,1 1 0,1-1 0,4-1 0,2 0 0,-36 4 0,11-2 0,8 0 0,4-2 0,-1 1 0,0-2 0,-3-1 0,1 0 0,3-2 0,3 2 0,2 0 0,-2 0 0,-6-1 0,-8-1 0,-7 0 0,-9 0 0,-4 0 0,-2 0 0,0 0 0,3 0 0,2 0 0,8 0 0,9 0 0,13 0 0,11 0 0,8 0 0,5 0 0,1 0 0,1 0 0,0 0 0,-1 0 0,3 0 0,-1 0 0,0 0 0,-1 1 0,-7 1 0,-2 2 0,-4-1 0,-1 1 0,-1 1 0,1-1 0,4 0 0,3-2 0,5-1 0,1 1 0,2-1 0,-1 0 0,-1-1 0,-1 0 0,-4 0 0,1 0 0,1 0 0,1 0 0,7 0 0,4 0 0,7 0 0,5 0 0,4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36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5.xml"/><Relationship Id="rId5" Type="http://schemas.openxmlformats.org/officeDocument/2006/relationships/image" Target="../media/image7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customXml" Target="../ink/ink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9.xml"/><Relationship Id="rId5" Type="http://schemas.openxmlformats.org/officeDocument/2006/relationships/image" Target="../media/image12.png"/><Relationship Id="rId4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customXml" Target="../ink/ink1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591628"/>
            <a:ext cx="5727621" cy="425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Aggressive Footprint Expansion and Digital Pivot Driving Exponential Growth and Margin Expansion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6411217"/>
            <a:ext cx="538567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Adidas US Performance Analysis 2020-2021</a:t>
            </a:r>
          </a:p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pic>
        <p:nvPicPr>
          <p:cNvPr id="1026" name="Picture 2" descr="Adidas - Sportswear - Store - Urban Square Mall Udaipur">
            <a:extLst>
              <a:ext uri="{FF2B5EF4-FFF2-40B4-BE49-F238E27FC236}">
                <a16:creationId xmlns:a16="http://schemas.microsoft.com/office/drawing/2014/main" id="{897F4AA8-E3B0-2BB6-B426-3DA8BE6F5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119" y="0"/>
            <a:ext cx="7738281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7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124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361367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Aggressive Footprint Expansion and Digital Pivot Driving Exponential Growth and Margin Expansion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3523536"/>
            <a:ext cx="3090505" cy="3838694"/>
          </a:xfrm>
          <a:prstGeom prst="roundRect">
            <a:avLst>
              <a:gd name="adj" fmla="val 1101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3750350"/>
            <a:ext cx="26368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Verdict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4595098"/>
            <a:ext cx="263687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Exceptional Growth.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Revenue surged by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294%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YoY, reaching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$718M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2021, driven by a massive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336%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increase in unit volume.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3523536"/>
            <a:ext cx="3090624" cy="3838694"/>
          </a:xfrm>
          <a:prstGeom prst="roundRect">
            <a:avLst>
              <a:gd name="adj" fmla="val 1101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4337923" y="3750350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Profitability Lead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37923" y="4240768"/>
            <a:ext cx="263699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Profit (EBITDA proxy) expanded significantly from $63M to $269M, with margins improving by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 bps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37.4%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3523536"/>
            <a:ext cx="3090624" cy="3838694"/>
          </a:xfrm>
          <a:prstGeom prst="roundRect">
            <a:avLst>
              <a:gd name="adj" fmla="val 1101"/>
            </a:avLst>
          </a:prstGeom>
          <a:solidFill>
            <a:srgbClr val="3F4652"/>
          </a:solidFill>
          <a:ln/>
        </p:spPr>
      </p:sp>
      <p:sp>
        <p:nvSpPr>
          <p:cNvPr id="12" name="Text 10"/>
          <p:cNvSpPr/>
          <p:nvPr/>
        </p:nvSpPr>
        <p:spPr>
          <a:xfrm>
            <a:off x="7655362" y="3750350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Drivers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55362" y="4240768"/>
            <a:ext cx="263699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Growth was primarily fueled by a geographic scale-up (expanding from 8 to 46 states) and the strong performance of the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Street Footwear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category.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745986" y="3523536"/>
            <a:ext cx="3090624" cy="3838694"/>
          </a:xfrm>
          <a:prstGeom prst="roundRect">
            <a:avLst>
              <a:gd name="adj" fmla="val 1101"/>
            </a:avLst>
          </a:prstGeom>
          <a:solidFill>
            <a:srgbClr val="3F465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0" y="3750350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Implication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0" y="4595098"/>
            <a:ext cx="263699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channel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most profitable lever; leadership should prioritize "Digital-First" retail to sustain margin expansion during the next phase of maturity.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5923F3-B55B-3B17-58E9-20ECAA615C3A}"/>
                  </a:ext>
                </a:extLst>
              </p14:cNvPr>
              <p14:cNvContentPartPr/>
              <p14:nvPr/>
            </p14:nvContentPartPr>
            <p14:xfrm>
              <a:off x="12860588" y="7779893"/>
              <a:ext cx="1582560" cy="2746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5923F3-B55B-3B17-58E9-20ECAA615C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97948" y="7716893"/>
                <a:ext cx="1708200" cy="40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502" y="822127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74502" y="1254085"/>
            <a:ext cx="10687050" cy="69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 &amp; Revenue Performance Analysis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774502" y="2269331"/>
            <a:ext cx="13081397" cy="874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Adidas US Revenue Surged 294% YoY, Powered by Massive Volume Expansion and Geographic Reach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774502" y="3386257"/>
            <a:ext cx="497800" cy="49780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1488162" y="346221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YoY Momentum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488162" y="3937278"/>
            <a:ext cx="5692140" cy="69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Sales jumped from </a:t>
            </a: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$182.1M (2020)</a:t>
            </a: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$717.8M (2021)</a:t>
            </a: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50098" y="3386257"/>
            <a:ext cx="497800" cy="49780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8163758" y="346221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Volume vs. Price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8163758" y="3937278"/>
            <a:ext cx="5692140" cy="139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Growth is entirely volume-driven (Units Sold: +336%). Average Price per Unit saw a slight compression (from $394 to $356), likely due to increased promotional activity or a shift toward high-volume outlet channels.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4502" y="5768221"/>
            <a:ext cx="497800" cy="49780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2" name="Text 10"/>
          <p:cNvSpPr/>
          <p:nvPr/>
        </p:nvSpPr>
        <p:spPr>
          <a:xfrm>
            <a:off x="1488162" y="584418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Regional Footprint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1488162" y="6319242"/>
            <a:ext cx="5692140" cy="69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Region</a:t>
            </a: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primary engine of growth, contributing </a:t>
            </a: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26.9%</a:t>
            </a: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total 2021 revenue.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50098" y="5768221"/>
            <a:ext cx="497800" cy="49780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5" name="Text 13"/>
          <p:cNvSpPr/>
          <p:nvPr/>
        </p:nvSpPr>
        <p:spPr>
          <a:xfrm>
            <a:off x="8163758" y="584418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Dominance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8163758" y="6319242"/>
            <a:ext cx="5692140" cy="69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Street Footwear</a:t>
            </a: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remains the flagship category, generating the highest total sales volume ($268M+ in 2021).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4502" y="7372191"/>
            <a:ext cx="13081397" cy="35243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91C42FA-2327-EB12-FF8C-5B94EC16371B}"/>
                  </a:ext>
                </a:extLst>
              </p14:cNvPr>
              <p14:cNvContentPartPr/>
              <p14:nvPr/>
            </p14:nvContentPartPr>
            <p14:xfrm>
              <a:off x="12704348" y="7840373"/>
              <a:ext cx="1720080" cy="210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91C42FA-2327-EB12-FF8C-5B94EC1637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1348" y="7777733"/>
                <a:ext cx="1845720" cy="33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201"/>
            <a:ext cx="454973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Profitability Analysis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63804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EBITDA Margins Expanded to 37.4% Supported by Favorable Channel Mix and Operational Leverage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52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EBITDA Growth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8339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EBITDA (Operating Profit) grew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324%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YoY, outstripping revenue growth and indicating strong operational leverage.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865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Margin Benchmark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367695"/>
            <a:ext cx="6244709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2020 Margin: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34.8%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2021 Margin: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37.4% (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+2.6% Improvement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252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Channel Profitability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83393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highest-margin channel (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38.8%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followed closely by Outlets. While In-store generates significant volume, its higher overhead profile results in lower relative margins (36.5%).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5123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Driver of Expansion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609350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shift toward digital and outlet-based liquidation of high-volume units has optimized the bottom line despite a lower average unit price.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2684CB4-89B9-6356-8A15-71B90259B763}"/>
                  </a:ext>
                </a:extLst>
              </p14:cNvPr>
              <p14:cNvContentPartPr/>
              <p14:nvPr/>
            </p14:nvContentPartPr>
            <p14:xfrm>
              <a:off x="12800468" y="7715453"/>
              <a:ext cx="1653480" cy="353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2684CB4-89B9-6356-8A15-71B90259B7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37468" y="7652453"/>
                <a:ext cx="1779120" cy="47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2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27190"/>
            <a:ext cx="8461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Operational Efficiency Analysis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37613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Robust Scale-Up Efficiency Despite Unit Price Compression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3084790"/>
            <a:ext cx="3090505" cy="4262557"/>
          </a:xfrm>
          <a:prstGeom prst="roundRect">
            <a:avLst>
              <a:gd name="adj" fmla="val 4734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084790"/>
            <a:ext cx="121920" cy="42625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524" y="3342084"/>
            <a:ext cx="24844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per Unit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3832503"/>
            <a:ext cx="248447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Declined by ~10% YoY. This suggests a strategic pivot toward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share acquisition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over premium pricing during the 2021 expansion.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111109" y="3084790"/>
            <a:ext cx="3090624" cy="4262557"/>
          </a:xfrm>
          <a:prstGeom prst="roundRect">
            <a:avLst>
              <a:gd name="adj" fmla="val 4734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629" y="3084790"/>
            <a:ext cx="121920" cy="42625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59843" y="3342084"/>
            <a:ext cx="24845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Productivity Improvement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459843" y="4186833"/>
            <a:ext cx="248459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Despite the price drop, the EBITDA per unit remains healthy due to the efficiency of the Online channel and bulk sales through major retailers like Foot Locker and West Gear.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548" y="3084790"/>
            <a:ext cx="3090624" cy="4262557"/>
          </a:xfrm>
          <a:prstGeom prst="roundRect">
            <a:avLst>
              <a:gd name="adj" fmla="val 4734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3084790"/>
            <a:ext cx="121920" cy="42625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7282" y="3342084"/>
            <a:ext cx="24845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Efficiency-Profit Link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777282" y="4186833"/>
            <a:ext cx="248459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volume allowed for better fixed-cost absorption, contributing to the 2.6% margin expansion even as per-unit revenue dipped.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10745986" y="3084790"/>
            <a:ext cx="3090624" cy="4262557"/>
          </a:xfrm>
          <a:prstGeom prst="roundRect">
            <a:avLst>
              <a:gd name="adj" fmla="val 4734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506" y="3084790"/>
            <a:ext cx="121920" cy="426255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094720" y="3342084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Bottlenecks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11094720" y="3832503"/>
            <a:ext cx="248459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In-store sales remain the most "expensive" way to sell; further expansion should be balanced against the lower capital expenditure (CapEx) requirements of digital channels.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C937B85-F9CB-E436-AB50-42F914280A7E}"/>
                  </a:ext>
                </a:extLst>
              </p14:cNvPr>
              <p14:cNvContentPartPr/>
              <p14:nvPr/>
            </p14:nvContentPartPr>
            <p14:xfrm>
              <a:off x="14261708" y="7676933"/>
              <a:ext cx="195120" cy="364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C937B85-F9CB-E436-AB50-42F914280A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99068" y="7614293"/>
                <a:ext cx="32076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829EBE9-A0D8-C1D3-62DE-0208A58DD4A8}"/>
                  </a:ext>
                </a:extLst>
              </p14:cNvPr>
              <p14:cNvContentPartPr/>
              <p14:nvPr/>
            </p14:nvContentPartPr>
            <p14:xfrm>
              <a:off x="12460988" y="7853693"/>
              <a:ext cx="1803600" cy="235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29EBE9-A0D8-C1D3-62DE-0208A58DD4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397988" y="7790693"/>
                <a:ext cx="1929240" cy="36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276" y="1426607"/>
            <a:ext cx="240351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81276" y="1792129"/>
            <a:ext cx="6109930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Insights &amp; Root Causes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681276" y="2637473"/>
            <a:ext cx="13267730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Geographic Expansion is the Primary Growth Engine, While Street Footwear Validates Lifestyle Brand Pivot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81276" y="3176111"/>
            <a:ext cx="13267730" cy="3626763"/>
          </a:xfrm>
          <a:prstGeom prst="roundRect">
            <a:avLst>
              <a:gd name="adj" fmla="val 79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8896" y="3183731"/>
            <a:ext cx="13252490" cy="4949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81420" y="3289102"/>
            <a:ext cx="29246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Symptom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98263" y="3289102"/>
            <a:ext cx="42461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36581" y="3289102"/>
            <a:ext cx="4912519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Consulting Logic (MECE)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8896" y="3678674"/>
            <a:ext cx="13252490" cy="7791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81420" y="3784044"/>
            <a:ext cx="29246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Massive Sales Spike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98263" y="3784044"/>
            <a:ext cx="42461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Footprint Expansion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36581" y="3784044"/>
            <a:ext cx="4912519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increase is not purely organic; the company scaled from 8 states in 2020 to 46 in 2021.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8896" y="4457819"/>
            <a:ext cx="13252490" cy="7791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81420" y="4563189"/>
            <a:ext cx="29246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 Improvement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98263" y="4563189"/>
            <a:ext cx="42461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Efficiency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36581" y="4563189"/>
            <a:ext cx="4912519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Increased reliance on Online channels reduced the physical footprint cost per dollar of revenue.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8896" y="5236964"/>
            <a:ext cx="13252490" cy="7791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81420" y="5342334"/>
            <a:ext cx="29246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Compression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98263" y="5342334"/>
            <a:ext cx="42461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 &amp; Product Mix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36581" y="5342334"/>
            <a:ext cx="4912519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growth in "Outlets" and "Apparel" (lower price point) diluted the premium footwear average.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8896" y="6016109"/>
            <a:ext cx="13252490" cy="7791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81420" y="6121479"/>
            <a:ext cx="29246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Regional Concentration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98263" y="6121479"/>
            <a:ext cx="42461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Coast Dominance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36581" y="6121479"/>
            <a:ext cx="4912519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partnership with West Gear and Foot Locker in key urban hubs (CA, NY, FL).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EB6A49E-9D23-5499-C7A0-F9335F641579}"/>
                  </a:ext>
                </a:extLst>
              </p14:cNvPr>
              <p14:cNvContentPartPr/>
              <p14:nvPr/>
            </p14:nvContentPartPr>
            <p14:xfrm>
              <a:off x="14390588" y="7779533"/>
              <a:ext cx="31320" cy="2646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EB6A49E-9D23-5499-C7A0-F9335F6415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27588" y="7716893"/>
                <a:ext cx="15696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ECCE8C1-4896-EA85-7F48-DC2B53798B2A}"/>
                  </a:ext>
                </a:extLst>
              </p14:cNvPr>
              <p14:cNvContentPartPr/>
              <p14:nvPr/>
            </p14:nvContentPartPr>
            <p14:xfrm>
              <a:off x="12757988" y="7766933"/>
              <a:ext cx="1591560" cy="2923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ECCE8C1-4896-EA85-7F48-DC2B53798B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94988" y="7703933"/>
                <a:ext cx="1717200" cy="41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11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6577" y="1053972"/>
            <a:ext cx="75766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357062" y="225467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8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Transition from "Expansion Mode" to "Margin Optimization" to Sustain Long-Term Value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3790" y="30738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28881"/>
            <a:ext cx="4196358" cy="3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60318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Double-Down on Digital-First (Direct-to-Consumer)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447937"/>
            <a:ext cx="4196358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Online channels offer the highest margins (38.8%).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EBITDA Growth.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216962" y="30738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428881"/>
            <a:ext cx="4196358" cy="30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6962" y="360318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Premiumize the "Street Footwear" Segment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16962" y="4447937"/>
            <a:ext cx="4196358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Leverage the high volume of Street Footwear to introduce high-margin, limited-edition collaborations.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Revenue &amp; Margin.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9640133" y="30738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428881"/>
            <a:ext cx="4196358" cy="30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0133" y="360318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Optimize Underperforming Regions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640133" y="4447937"/>
            <a:ext cx="4196358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South and Midwest regions show lower market penetration compared to the West.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 Revenue Growth.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A89C1E1-AD40-5BEF-0FF6-15B352F2E72E}"/>
                  </a:ext>
                </a:extLst>
              </p14:cNvPr>
              <p14:cNvContentPartPr/>
              <p14:nvPr/>
            </p14:nvContentPartPr>
            <p14:xfrm>
              <a:off x="14336588" y="7702853"/>
              <a:ext cx="127080" cy="380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A89C1E1-AD40-5BEF-0FF6-15B352F2E7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73948" y="7640213"/>
                <a:ext cx="25272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5DC87F-F78A-F13F-096D-43D6D3D4D67A}"/>
                  </a:ext>
                </a:extLst>
              </p14:cNvPr>
              <p14:cNvContentPartPr/>
              <p14:nvPr/>
            </p14:nvContentPartPr>
            <p14:xfrm>
              <a:off x="12790388" y="7799693"/>
              <a:ext cx="1649880" cy="2768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5DC87F-F78A-F13F-096D-43D6D3D4D6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27388" y="7737053"/>
                <a:ext cx="1775520" cy="402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793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Risks &amp; Next Steps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55853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Limitations and Macroeconomic Volatility Require Close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22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Risks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046696"/>
            <a:ext cx="13042821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Low-Base Effect: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2020 data is significantly smaller in scope (8 states), making YoY percentages look abnormally high.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Inventory Costs: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Rapid expansion in 2021 might lead to inventory bloat if demand softens in 2022.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127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Limitations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807199"/>
            <a:ext cx="13042821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marketing spend data (CAC) prevents a full "Net Profit" analysis.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retention and repeat-purchase data is missing.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CFAAF1C-160E-A0F2-28B4-21258946A72D}"/>
                  </a:ext>
                </a:extLst>
              </p14:cNvPr>
              <p14:cNvContentPartPr/>
              <p14:nvPr/>
            </p14:nvContentPartPr>
            <p14:xfrm>
              <a:off x="14281868" y="7704293"/>
              <a:ext cx="164160" cy="420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CFAAF1C-160E-A0F2-28B4-21258946A7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18868" y="7641293"/>
                <a:ext cx="28980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7217D81-4D12-37FA-5F9C-C75B4CD34F2A}"/>
                  </a:ext>
                </a:extLst>
              </p14:cNvPr>
              <p14:cNvContentPartPr/>
              <p14:nvPr/>
            </p14:nvContentPartPr>
            <p14:xfrm>
              <a:off x="12672308" y="7702493"/>
              <a:ext cx="1810800" cy="378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7217D81-4D12-37FA-5F9C-C75B4CD34F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09668" y="7639853"/>
                <a:ext cx="1936440" cy="50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823</Words>
  <Application>Microsoft Macintosh PowerPoint</Application>
  <PresentationFormat>Custom</PresentationFormat>
  <Paragraphs>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Roboto Slab Light</vt:lpstr>
      <vt:lpstr>Roboto Slab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Manvenderr Singh</cp:lastModifiedBy>
  <cp:revision>2</cp:revision>
  <dcterms:created xsi:type="dcterms:W3CDTF">2026-02-06T08:55:34Z</dcterms:created>
  <dcterms:modified xsi:type="dcterms:W3CDTF">2026-02-06T09:02:57Z</dcterms:modified>
</cp:coreProperties>
</file>